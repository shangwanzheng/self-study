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6" r:id="rId3"/>
    <p:sldId id="257" r:id="rId4"/>
    <p:sldId id="259" r:id="rId5"/>
    <p:sldId id="260" r:id="rId6"/>
    <p:sldId id="261" r:id="rId7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开始演示项目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600" b="0">
                <a:solidFill>
                  <a:srgbClr val="8AA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技能课  ·  约 2 小时</a:t>
            </a:r>
            <a:endParaRPr sz="1600" b="0">
              <a:solidFill>
                <a:srgbClr val="8AA4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64592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定位本仓前端</a:t>
            </a:r>
            <a:endParaRPr sz="4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D0DB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启动项目，理解目录结构</a:t>
            </a:r>
            <a:endParaRPr sz="2000" b="0">
              <a:solidFill>
                <a:srgbClr val="D0DBE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D0DB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使用 DevTools 和 AI 排查常见问题</a:t>
            </a:r>
            <a:endParaRPr sz="2000" b="0">
              <a:solidFill>
                <a:srgbClr val="D0DBE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D0DB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使用 AI 完成部分简单需求</a:t>
            </a:r>
            <a:endParaRPr sz="2000" b="0">
              <a:solidFill>
                <a:srgbClr val="D0DBE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47091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600" b="0">
                <a:solidFill>
                  <a:srgbClr val="8AA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 C++ 客户端 / Java 云服务</a:t>
            </a:r>
            <a:endParaRPr sz="1600" b="0">
              <a:solidFill>
                <a:srgbClr val="8AA4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600" b="0">
                <a:solidFill>
                  <a:srgbClr val="8AA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ps-cae-cloud-space-frontend   ·   ps-cae-cloud-basic-frontend</a:t>
            </a:r>
            <a:endParaRPr sz="1600" b="0">
              <a:solidFill>
                <a:srgbClr val="8AA4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600" b="0">
                <a:solidFill>
                  <a:srgbClr val="8AA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 路由找文件   ·   L2 用 AI 定位   ·   L3 DevTools 简讲</a:t>
            </a:r>
            <a:endParaRPr sz="1600" b="0">
              <a:solidFill>
                <a:srgbClr val="8AA4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00" b="0">
                <a:solidFill>
                  <a:srgbClr val="A8C4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开场</a:t>
            </a:r>
            <a:endParaRPr sz="1200" b="0">
              <a:solidFill>
                <a:srgbClr val="A8C4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8912" y="329184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学完能做什么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601968"/>
            <a:ext cx="77724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ps-cae-cloud-space-frontend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24028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/ 23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8912" y="1325880"/>
          <a:ext cx="11320272" cy="2322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5833872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级别</a:t>
                      </a:r>
                      <a:endParaRPr sz="16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能力</a:t>
                      </a:r>
                      <a:endParaRPr sz="16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示例</a:t>
                      </a:r>
                      <a:endParaRPr sz="16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L1</a:t>
                      </a:r>
                      <a:endParaRPr sz="16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本地跑起来、定位到改动文件</a:t>
                      </a:r>
                      <a:endParaRPr sz="16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npm start → 从路由找到页面 → 知道改哪</a:t>
                      </a:r>
                      <a:endParaRPr sz="16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L2</a:t>
                      </a:r>
                      <a:endParaRPr sz="16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简单定位问题</a:t>
                      </a:r>
                      <a:endParaRPr sz="16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使用 AI</a:t>
                      </a:r>
                      <a:endParaRPr sz="16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L3</a:t>
                      </a:r>
                      <a:endParaRPr sz="16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如何使用 Chrome DevTools 定位问题</a:t>
                      </a:r>
                      <a:endParaRPr sz="16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DevTools 的使用方法，简讲</a:t>
                      </a:r>
                      <a:endParaRPr sz="16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38912" y="5870448"/>
            <a:ext cx="11320272" cy="56692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5961888"/>
            <a:ext cx="11018520" cy="40233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先定位到文件，再决定要不要改。看到 .less、.tsx、craco、antd，能说出它属于哪一类。</a:t>
            </a:r>
            <a:endParaRPr sz="140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00" b="0">
                <a:solidFill>
                  <a:srgbClr val="A8C4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M1  ·  L1</a:t>
            </a:r>
            <a:endParaRPr sz="1200" b="0">
              <a:solidFill>
                <a:srgbClr val="A8C4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8912" y="329184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 clone 到打开页面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601968"/>
            <a:ext cx="77724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ps-cae-cloud-space-frontend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24028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/ 23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8912" y="1170432"/>
            <a:ext cx="11320272" cy="1965960"/>
          </a:xfrm>
          <a:prstGeom prst="rect">
            <a:avLst/>
          </a:prstGeom>
          <a:solidFill>
            <a:srgbClr val="12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1316736"/>
            <a:ext cx="10863072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800" b="0">
                <a:solidFill>
                  <a:srgbClr val="E7EE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 clone &lt;仓库地址&gt;</a:t>
            </a:r>
            <a:endParaRPr sz="1800" b="0">
              <a:solidFill>
                <a:srgbClr val="E7EE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1800" b="0">
                <a:solidFill>
                  <a:srgbClr val="E7EEF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cd ps-cae-cloud-space-frontend</a:t>
            </a:r>
            <a:endParaRPr sz="1800" b="0">
              <a:solidFill>
                <a:srgbClr val="E7EEF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spcAft>
                <a:spcPts val="300"/>
              </a:spcAft>
            </a:pPr>
            <a:r>
              <a:rPr sz="1800" b="0">
                <a:solidFill>
                  <a:srgbClr val="E7EE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npm install          # 按 package-lock.json 装依赖</a:t>
            </a:r>
            <a:endParaRPr sz="1800" b="0">
              <a:solidFill>
                <a:srgbClr val="E7EE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1800" b="0">
                <a:solidFill>
                  <a:srgbClr val="E7EE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npm start            # package.json 里是 craco start</a:t>
            </a:r>
            <a:endParaRPr sz="1800" b="0">
              <a:solidFill>
                <a:srgbClr val="E7EE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8912" y="3337560"/>
            <a:ext cx="1132027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430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终端出现本地地址后，浏览器打开  http://localhost:8000</a:t>
            </a:r>
            <a:endParaRPr sz="1600" b="0">
              <a:solidFill>
                <a:srgbClr val="2430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430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端口在 craco.config.js 的 devServer.port。地址栏路径就是路由，例如 /workbench、/login。</a:t>
            </a:r>
            <a:endParaRPr sz="1600" b="0">
              <a:solidFill>
                <a:srgbClr val="2430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430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能打开登录页，即算跑起来。</a:t>
            </a:r>
            <a:endParaRPr sz="1600" b="0">
              <a:solidFill>
                <a:srgbClr val="2430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00" b="0">
                <a:solidFill>
                  <a:srgbClr val="A8C4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M1  ·  L1</a:t>
            </a:r>
            <a:endParaRPr sz="1200" b="0">
              <a:solidFill>
                <a:srgbClr val="A8C4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8912" y="329184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这几条命令各干什么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601968"/>
            <a:ext cx="77724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ps-cae-cloud-space-frontend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24028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/ 23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8912" y="1170432"/>
          <a:ext cx="11320272" cy="3639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794760"/>
                <a:gridCol w="5971032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步骤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命令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讲清这一点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拉代码</a:t>
                      </a:r>
                      <a:endParaRPr sz="14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git clone 后进入仓库根目录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后续命令都在有 package.json 的这一层执行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装依赖</a:t>
                      </a:r>
                      <a:endParaRPr sz="14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npm install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第一次，或 lock 变了之后再装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起开发服</a:t>
                      </a:r>
                      <a:endParaRPr sz="14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npm start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/api 代理到 craco 里的 target（当前 cae-dev）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不连真后端</a:t>
                      </a:r>
                      <a:endParaRPr sz="14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npm run start:mock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同一套页面，接口走 Mock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知道即可</a:t>
                      </a:r>
                      <a:endParaRPr sz="14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npm run lint / npm run build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检查，以及打出 dist/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38912" y="5870448"/>
            <a:ext cx="11320272" cy="56692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5961888"/>
            <a:ext cx="11018520" cy="40233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改了 craco.config.js 的代理地址，停掉进程再 npm start。OpenSSL 报错时换团队约定的 Node。</a:t>
            </a:r>
            <a:endParaRPr sz="140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00" b="0">
                <a:solidFill>
                  <a:srgbClr val="A8C4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M1  ·  L1</a:t>
            </a:r>
            <a:endParaRPr sz="1200" b="0">
              <a:solidFill>
                <a:srgbClr val="A8C4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8912" y="329184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 C++ / Java 对上号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601968"/>
            <a:ext cx="77724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ps-cae-cloud-space-frontend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24028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/ 23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8912" y="1097280"/>
          <a:ext cx="11320272" cy="4005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148840"/>
                <a:gridCol w="2880360"/>
                <a:gridCol w="4965192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C++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Java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本仓前端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工程入口</a:t>
                      </a:r>
                      <a:endParaRPr sz="12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CMake / VS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pom.xml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package.json 的 scripts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依赖</a:t>
                      </a:r>
                      <a:endParaRPr sz="12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vcpkg / conan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Maven Central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npm + lockfile（锁整棵树）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构建</a:t>
                      </a:r>
                      <a:endParaRPr sz="12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编译 + 链接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javac + spring-boot 打包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Webpack · react-scripts + CRACO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产物</a:t>
                      </a:r>
                      <a:endParaRPr sz="12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exe / dll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jar / war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dist/ 下 HTML + JS + CSS（无 JVM）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环境</a:t>
                      </a:r>
                      <a:endParaRPr sz="12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Debug / Release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profile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NODE_ENV、.env、devServer 代理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质量</a:t>
                      </a:r>
                      <a:endParaRPr sz="12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clang-tidy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Checkstyle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ESLint + Prettier（lint / lint:prettier）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测试</a:t>
                      </a:r>
                      <a:endParaRPr sz="12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gtest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JUnit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Jest + jsdom（测函数/组件，非真机浏览器）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多入口</a:t>
                      </a:r>
                      <a:endParaRPr sz="12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 target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 module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start / start:mock / demo / demo:ui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38912" y="5852160"/>
            <a:ext cx="11320272" cy="56692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5943600"/>
            <a:ext cx="11018520" cy="40233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前端构建 = 转译 TS/JSX + 打包 + 压缩 + 文件名 hash。本仓把 CRA 默认的 build/ 改成了 dist/。</a:t>
            </a:r>
            <a:endParaRPr sz="140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00" b="0">
                <a:solidFill>
                  <a:srgbClr val="A8C4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M1  ·  概念卡</a:t>
            </a:r>
            <a:endParaRPr sz="1200" b="0">
              <a:solidFill>
                <a:srgbClr val="A8C4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8912" y="329184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样式：看见这个词，它是哪一类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601968"/>
            <a:ext cx="77724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ps-cae-cloud-space-frontend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24028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/ 23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8912" y="1078992"/>
            <a:ext cx="11320272" cy="32918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500" b="0">
                <a:solidFill>
                  <a:srgbClr val="2430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Less 和 Sass 是一类。CSS Modules 是另一类，本仓经常和 Less 写在同一个文件里。</a:t>
            </a:r>
            <a:endParaRPr sz="1500" b="0">
              <a:solidFill>
                <a:srgbClr val="2430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8912" y="1481328"/>
          <a:ext cx="11320272" cy="3639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160520"/>
                <a:gridCol w="2880360"/>
                <a:gridCol w="2130552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看见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它是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同类还有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本仓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.less</a:t>
                      </a:r>
                      <a:endParaRPr sz="13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预处理器：变量、嵌套、混入，编译成 CSS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Sass / SCSS、Stylus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改样式先看同名 less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CSS Modules</a:t>
                      </a:r>
                      <a:endParaRPr sz="13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类名只在当前组件生效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Vue 的 scoped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和 Less 一起用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antd token</a:t>
                      </a:r>
                      <a:endParaRPr sz="13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设计令牌：颜色、字号、间距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CSS 变量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和 less 一起决定长什么样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PostCSS</a:t>
                      </a:r>
                      <a:endParaRPr sz="13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后处理：加前缀、压缩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Autoprefixer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构建链里，不手写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CSS-in-JS / 工具类</a:t>
                      </a:r>
                      <a:endParaRPr sz="13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样式写在 JS 里，或用类名拼界面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styled-components、Tailwind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本仓不用，知道即可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38912" y="5870448"/>
            <a:ext cx="11320272" cy="56692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5961888"/>
            <a:ext cx="11018520" cy="40233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Less 解决「CSS 怎么写」。CSS Modules 解决「类名别串到别的组件」。</a:t>
            </a:r>
            <a:endParaRPr sz="140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00" b="0">
                <a:solidFill>
                  <a:srgbClr val="A8C4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M1  ·  概念卡</a:t>
            </a:r>
            <a:endParaRPr sz="1200" b="0">
              <a:solidFill>
                <a:srgbClr val="A8C4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8912" y="329184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界面和语言：主仓和 basic 不要混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601968"/>
            <a:ext cx="77724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ps-cae-cloud-space-frontend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24028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 / 23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8912" y="1143000"/>
          <a:ext cx="11320272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4297680"/>
                <a:gridCol w="2468880"/>
                <a:gridCol w="2587752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看见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它是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同类还有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本仓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.tsx</a:t>
                      </a:r>
                      <a:endParaRPr sz="14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React 组件：TypeScript 里写 JSX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.vue、Angular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主仓 src/pages/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.vue</a:t>
                      </a:r>
                      <a:endParaRPr sz="14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Vue 组件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basic 的 src/views/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antd</a:t>
                      </a:r>
                      <a:endParaRPr sz="14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React 组件库：按钮、表格、表单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Material UI、Arco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主仓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Element Plus</a:t>
                      </a:r>
                      <a:endParaRPr sz="14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Vue 组件库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basic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.ts / .tsx</a:t>
                      </a:r>
                      <a:endParaRPr sz="14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带类型的 JS，编译后浏览器才跑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浏览器不直接跑 .ts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Node.js</a:t>
                      </a:r>
                      <a:endParaRPr sz="14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本机运行环境：执行 npm、起开发服务器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不是页面里的语言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38912" y="5870448"/>
            <a:ext cx="11320272" cy="56692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5961888"/>
            <a:ext cx="11018520" cy="40233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找文件时先看后缀：主仓是 .tsx，basic 是 .vue。</a:t>
            </a:r>
            <a:endParaRPr sz="140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00" b="0">
                <a:solidFill>
                  <a:srgbClr val="A8C4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M1  ·  概念卡</a:t>
            </a:r>
            <a:endParaRPr sz="1200" b="0">
              <a:solidFill>
                <a:srgbClr val="A8C4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8912" y="329184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从源码到页面：工具链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601968"/>
            <a:ext cx="77724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ps-cae-cloud-space-frontend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24028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/ 23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8912" y="1170432"/>
          <a:ext cx="11320272" cy="3913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4297680"/>
                <a:gridCol w="2240280"/>
                <a:gridCol w="2542032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看见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它是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同类还有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本仓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package.json、npm</a:t>
                      </a:r>
                      <a:endParaRPr sz="13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包管理：声明、安装、用 lock 锁依赖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Yarn、pnpm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主仓 npm；basic 的 admin 用 pnpm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craco.config.js</a:t>
                      </a:r>
                      <a:endParaRPr sz="13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在 CRA 默认 Webpack 上打补丁：端口、代理、别名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Vite 配置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改代理后要重启 npm start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Webpack</a:t>
                      </a:r>
                      <a:endParaRPr sz="13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打包成少量 JS/CSS，压缩并给文件名加 hash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Vite、Rollup、Rspack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主仓，经 react-scripts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Vite</a:t>
                      </a:r>
                      <a:endParaRPr sz="13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另一套打包和开发服务器，开发时按需转译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Webpack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basic。命令是 npm run dev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Babel</a:t>
                      </a:r>
                      <a:endParaRPr sz="13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把 TS、JSX 变成浏览器能跑的 JS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SWC、tsc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构建里，不手改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38912" y="5870448"/>
            <a:ext cx="11320272" cy="56692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5961888"/>
            <a:ext cx="11018520" cy="40233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TypeScript / JSX 和 Less 先转译，Webpack（主仓）或 Vite（basic）再打包成静态文件。</a:t>
            </a:r>
            <a:endParaRPr sz="140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00" b="0">
                <a:solidFill>
                  <a:srgbClr val="A8C4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M1  ·  概念卡</a:t>
            </a:r>
            <a:endParaRPr sz="1200" b="0">
              <a:solidFill>
                <a:srgbClr val="A8C4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8912" y="329184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从源码到页面：页面怎么接上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601968"/>
            <a:ext cx="77724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ps-cae-cloud-space-frontend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24028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/ 23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8912" y="1170432"/>
          <a:ext cx="11320272" cy="3913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3794760"/>
                <a:gridCol w="2880360"/>
                <a:gridCol w="2496312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看见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它是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同类还有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本仓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routeConfig</a:t>
                      </a:r>
                      <a:endParaRPr sz="13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地址栏路径对应哪个页面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Vue Router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主仓 src/layouts/；basic 在 src/router/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request/、axios</a:t>
                      </a:r>
                      <a:endParaRPr sz="13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 HTTP 请求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浏览器 fetch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页面数据多经 src/services/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store/、hox、mgr/</a:t>
                      </a:r>
                      <a:endParaRPr sz="13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多个组件共享的数据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Redux、Zustand；Vue 是 Pinia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标准路径第 4 步会问数据从哪来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ESLint、Prettier</a:t>
                      </a:r>
                      <a:endParaRPr sz="13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静态检查、统一格式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Stylelint（管 CSS/Less）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npm run lint，不作为定位步骤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Jest</a:t>
                      </a:r>
                      <a:endParaRPr sz="13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测函数和组件，不打开真浏览器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Vitest；端到端另有 Playwright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知道即可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38912" y="5870448"/>
            <a:ext cx="11320272" cy="56692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5961888"/>
            <a:ext cx="11018520" cy="40233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这些名字是读文件用的词。课上不展开仓库里没出现的库。</a:t>
            </a:r>
            <a:endParaRPr sz="140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00" b="0">
                <a:solidFill>
                  <a:srgbClr val="A8C4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M1  ·  L1</a:t>
            </a:r>
            <a:endParaRPr sz="1200" b="0">
              <a:solidFill>
                <a:srgbClr val="A8C4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8912" y="329184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另一个仓库：basic 的三个工程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601968"/>
            <a:ext cx="77724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ps-cae-cloud-space-frontend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24028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/ 23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8912" y="1060704"/>
            <a:ext cx="11320272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500" b="0">
                <a:solidFill>
                  <a:srgbClr val="2430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ps-cae-cloud-basic-frontend 是 Vue 3 + Vite + Element Plus。一个 git 仓库三个独立工程，package.json 在子目录，命令不要在仓库根目录执行。</a:t>
            </a:r>
            <a:endParaRPr sz="1500" b="0">
              <a:solidFill>
                <a:srgbClr val="2430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8912" y="1664208"/>
            <a:ext cx="11320272" cy="1234440"/>
          </a:xfrm>
          <a:prstGeom prst="rect">
            <a:avLst/>
          </a:prstGeom>
          <a:solidFill>
            <a:srgbClr val="12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810512"/>
            <a:ext cx="10863072" cy="996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0">
                <a:solidFill>
                  <a:srgbClr val="E7EE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cd ps-cae-cloud-admin-frontend     # 或另外两个子目录</a:t>
            </a:r>
            <a:endParaRPr sz="1600" b="0">
              <a:solidFill>
                <a:srgbClr val="E7EE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E7EE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pnpm install                       # admin；另外两个是 npm install</a:t>
            </a:r>
            <a:endParaRPr sz="1600" b="0">
              <a:solidFill>
                <a:srgbClr val="E7EE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E7EEF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npm run dev</a:t>
            </a:r>
            <a:endParaRPr sz="1600" b="0">
              <a:solidFill>
                <a:srgbClr val="E7EEF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38912" y="3063240"/>
          <a:ext cx="11320272" cy="2679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160520"/>
                <a:gridCol w="5010912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子目录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页面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启动后看哪里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admin-frontend</a:t>
                      </a:r>
                      <a:endParaRPr sz="12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云端控制台：首页、用户、租户、组织、权限、产品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端口见 .env.dev 的 VITE_PORT，当前 8948。路由 src/router/modules/，页在 src/views/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apidoc-frontend</a:t>
                      </a:r>
                      <a:endParaRPr sz="12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API 文档、代码质量、代码统计、依赖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默认 5173。路由 src/router/index.ts：/apidoc、/quality、/statistics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license-frontend</a:t>
                      </a:r>
                      <a:endParaRPr sz="12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License 激活，只有一页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默认 5173。App.vue 直接挂 src/views/home，没有路由表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38912" y="5870448"/>
            <a:ext cx="11320272" cy="56692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5961888"/>
            <a:ext cx="11018520" cy="40233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apidoc 和 license 默认都是 5173，不要同时起。</a:t>
            </a:r>
            <a:endParaRPr sz="140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00" b="0">
                <a:solidFill>
                  <a:srgbClr val="A8C4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M1  ·  L1</a:t>
            </a:r>
            <a:endParaRPr sz="1200" b="0">
              <a:solidFill>
                <a:srgbClr val="A8C4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8912" y="329184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basic 和主仓不要混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601968"/>
            <a:ext cx="77724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ps-cae-cloud-space-frontend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24028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/ 23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8912" y="1280160"/>
          <a:ext cx="11320272" cy="3639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572000"/>
                <a:gridCol w="4736592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对照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主仓 cloud-space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basic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栈</a:t>
                      </a:r>
                      <a:endParaRPr sz="15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React + CRACO</a:t>
                      </a:r>
                      <a:endParaRPr sz="15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Vue 3 + Vite</a:t>
                      </a:r>
                      <a:endParaRPr sz="15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启动</a:t>
                      </a:r>
                      <a:endParaRPr sz="15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仓库根目录 npm start</a:t>
                      </a:r>
                      <a:endParaRPr sz="15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子目录 npm run dev</a:t>
                      </a:r>
                      <a:endParaRPr sz="15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页面目录</a:t>
                      </a:r>
                      <a:endParaRPr sz="15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src/pages/（.tsx）</a:t>
                      </a:r>
                      <a:endParaRPr sz="15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src/views/（.vue）</a:t>
                      </a:r>
                      <a:endParaRPr sz="15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接口封装</a:t>
                      </a:r>
                      <a:endParaRPr sz="15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src/services/</a:t>
                      </a:r>
                      <a:endParaRPr sz="15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admin / apidoc：src/api/；license：src/request/</a:t>
                      </a:r>
                      <a:endParaRPr sz="15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和 C++ 客户端</a:t>
                      </a:r>
                      <a:endParaRPr sz="15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有 CsAppManager</a:t>
                      </a:r>
                      <a:endParaRPr sz="15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没有这层桥，页面只调 Java API</a:t>
                      </a:r>
                      <a:endParaRPr sz="15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38912" y="5870448"/>
            <a:ext cx="11320272" cy="56692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5961888"/>
            <a:ext cx="11018520" cy="40233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控制台、文档、激活走 basic。工作台、工作流、Carsim 走主仓。basic 能进对子目录、找到 views 即可。</a:t>
            </a:r>
            <a:endParaRPr sz="140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00" b="0">
                <a:solidFill>
                  <a:srgbClr val="A8C4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M1  ·  L1</a:t>
            </a:r>
            <a:endParaRPr sz="1200" b="0">
              <a:solidFill>
                <a:srgbClr val="A8C4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8912" y="329184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主仓找文件用得上的地图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601968"/>
            <a:ext cx="77724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ps-cae-cloud-space-frontend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24028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/ 23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8912" y="1078992"/>
          <a:ext cx="11320272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119872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路径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干什么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src/index.tsx</a:t>
                      </a:r>
                      <a:endParaRPr sz="13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入口，这里调用 CsAppManager.start()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src/layouts/</a:t>
                      </a:r>
                      <a:endParaRPr sz="13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路由 routeConfig.ts、布局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src/pages/</a:t>
                      </a:r>
                      <a:endParaRPr sz="13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workbench / workflow / carsim / report / account / login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src/components/</a:t>
                      </a:r>
                      <a:endParaRPr sz="13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可复用组件（表格、图表、弹窗）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src/services/</a:t>
                      </a:r>
                      <a:endParaRPr sz="13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调 Java API 的封装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src/utils/request/</a:t>
                      </a:r>
                      <a:endParaRPr sz="13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axios 拦截器（Bearer、code === 200）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src/store/ + src/mgr/</a:t>
                      </a:r>
                      <a:endParaRPr sz="13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页面状态 / 命令式总管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src/i18n/</a:t>
                      </a:r>
                      <a:endParaRPr sz="13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中英文案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src/utils/csapp.ts</a:t>
                      </a:r>
                      <a:endParaRPr sz="13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Web ↔ C++ 客户端桥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src/utils/csappExtend.ts</a:t>
                      </a:r>
                      <a:endParaRPr sz="13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关页、登录等桥上的收尾回调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38912" y="5870448"/>
            <a:ext cx="11320272" cy="56692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5961888"/>
            <a:ext cx="11018520" cy="40233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投屏锚点：src/layouts/routeConfig.ts 里 /carsim 或 /flow 的 lazy 入口。</a:t>
            </a:r>
            <a:endParaRPr sz="140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00" b="0">
                <a:solidFill>
                  <a:srgbClr val="A8C4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M1  ·  L1</a:t>
            </a:r>
            <a:endParaRPr sz="1200" b="0">
              <a:solidFill>
                <a:srgbClr val="A8C4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8912" y="329184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地址栏对上哪个业务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601968"/>
            <a:ext cx="77724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ps-cae-cloud-space-frontend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24028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/ 23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8912" y="1234440"/>
          <a:ext cx="11320271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8028431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路径</a:t>
                      </a:r>
                      <a:endParaRPr sz="16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业务</a:t>
                      </a:r>
                      <a:endParaRPr sz="16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/workbench</a:t>
                      </a:r>
                      <a:endParaRPr sz="16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项目列表、创建 / 复制</a:t>
                      </a:r>
                      <a:endParaRPr sz="16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/flow</a:t>
                      </a:r>
                      <a:endParaRPr sz="16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工作流画布与节点</a:t>
                      </a:r>
                      <a:endParaRPr sz="16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/carsim</a:t>
                      </a:r>
                      <a:endParaRPr sz="16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车辆实时</a:t>
                      </a:r>
                      <a:endParaRPr sz="16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/workflow/report/*</a:t>
                      </a:r>
                      <a:endParaRPr sz="16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在线报告</a:t>
                      </a:r>
                      <a:endParaRPr sz="16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/login 、 /user/*</a:t>
                      </a:r>
                      <a:endParaRPr sz="16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登录与账号</a:t>
                      </a:r>
                      <a:endParaRPr sz="16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38912" y="5870448"/>
            <a:ext cx="11320272" cy="56692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5961888"/>
            <a:ext cx="11018520" cy="40233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记法：浏览器地址栏  =  routeConfig 的 path  =  src/pages 下某个入口组件。</a:t>
            </a:r>
            <a:endParaRPr sz="140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00" b="0">
                <a:solidFill>
                  <a:srgbClr val="A8C4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M1  ·  L1</a:t>
            </a:r>
            <a:endParaRPr sz="1200" b="0">
              <a:solidFill>
                <a:srgbClr val="A8C4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8912" y="329184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标准路径（背下来）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601968"/>
            <a:ext cx="77724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ps-cae-cloud-space-frontend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24028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 / 23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8912" y="1115568"/>
            <a:ext cx="475488" cy="5120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188720"/>
            <a:ext cx="475488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51560" y="1115568"/>
            <a:ext cx="10698480" cy="51206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207008"/>
            <a:ext cx="10332720" cy="34747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600" b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浏览器地址 / routeConfig 路径</a:t>
            </a:r>
            <a:endParaRPr sz="1600" b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8912" y="1828800"/>
            <a:ext cx="475488" cy="5120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190195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051560" y="1828800"/>
            <a:ext cx="1069848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1920240"/>
            <a:ext cx="10332720" cy="34747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600" b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pages/xxx 入口组件</a:t>
            </a:r>
            <a:endParaRPr sz="1600" b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38912" y="2542032"/>
            <a:ext cx="475488" cy="5120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615184"/>
            <a:ext cx="475488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51560" y="2542032"/>
            <a:ext cx="10698480" cy="51206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2633472"/>
            <a:ext cx="10332720" cy="34747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600" b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往下找：同目录 components / views / dialog</a:t>
            </a:r>
            <a:endParaRPr sz="1600" b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38912" y="3255263"/>
            <a:ext cx="475488" cy="5120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3328415"/>
            <a:ext cx="475488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051560" y="3255263"/>
            <a:ext cx="1069848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3346703"/>
            <a:ext cx="10332720" cy="34747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600" b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数据从哪来：request、services、store / mgr，还是 CsAppManager</a:t>
            </a:r>
            <a:endParaRPr sz="1600" b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38912" y="3968496"/>
            <a:ext cx="475488" cy="5120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4041648"/>
            <a:ext cx="475488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051560" y="3968496"/>
            <a:ext cx="10698480" cy="51206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4059936"/>
            <a:ext cx="10332720" cy="34747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600" b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文案：t('key') → i18n json</a:t>
            </a:r>
            <a:endParaRPr sz="1600" b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38912" y="4681728"/>
            <a:ext cx="475488" cy="5120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4754880"/>
            <a:ext cx="475488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051560" y="4681728"/>
            <a:ext cx="1069848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4440" y="4773168"/>
            <a:ext cx="10332720" cy="34747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600" b="0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样式：同名 less / CSS Modules / antd token（差别见概念卡）</a:t>
            </a:r>
            <a:endParaRPr sz="1600" b="0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38912" y="5870448"/>
            <a:ext cx="11320272" cy="56692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" y="5961888"/>
            <a:ext cx="11018520" cy="40233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前三步定位到页面文件。后三步决定改动落在数据、文案、样式，还是客户端桥。</a:t>
            </a:r>
            <a:endParaRPr sz="140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00" b="0">
                <a:solidFill>
                  <a:srgbClr val="A8C4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M1  ·  L1</a:t>
            </a:r>
            <a:endParaRPr sz="1200" b="0">
              <a:solidFill>
                <a:srgbClr val="A8C4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8912" y="329184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前端和客户端</a:t>
            </a: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怎么通信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601968"/>
            <a:ext cx="77724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ps-cae-cloud-space-frontend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24028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 / 23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8912" y="1078992"/>
            <a:ext cx="11320272" cy="6858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500" b="0">
                <a:solidFill>
                  <a:srgbClr val="2430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只对主仓，basic 没有这层。嵌入 Qt WebView 且 window.qt.webChannelTransport 存在时，isCsBrowser() 才为 true。Chrome 打开 localhost:8000 时这些调用空过。入口：src/index.tsx 的 CsAppManager.start()。</a:t>
            </a:r>
            <a:endParaRPr sz="1500" b="0">
              <a:solidFill>
                <a:srgbClr val="2430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8912" y="1920240"/>
          <a:ext cx="11320271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623560"/>
                <a:gridCol w="4050791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方向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路径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定位时搜什么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Web → CS</a:t>
                      </a:r>
                      <a:endParaRPr sz="14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静态方法 → generate → sendMessageToQt → cbMap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setToken、selLocalDir、show3DViewer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CS → Web</a:t>
                      </a:r>
                      <a:endParaRPr sz="14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onMessageFromQt → cbMap，或 EventManager.emit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MessageType；页面、D3ViewerManager、CsAppExtend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38912" y="5870448"/>
            <a:ext cx="11320272" cy="56692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5961888"/>
            <a:ext cx="11018520" cy="40233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包是 { msgNo, type, data }。控制台看 toCS: / fromCS: 。</a:t>
            </a:r>
            <a:endParaRPr sz="140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00" b="0">
                <a:solidFill>
                  <a:srgbClr val="A8C4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M1  ·  L1</a:t>
            </a:r>
            <a:endParaRPr sz="1200" b="0">
              <a:solidFill>
                <a:srgbClr val="A8C4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8912" y="329184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消息域，以及和 Java 的分界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601968"/>
            <a:ext cx="77724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ps-cae-cloud-space-frontend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24028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 / 23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8912" y="1143000"/>
          <a:ext cx="11320272" cy="2980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6126480"/>
                <a:gridCol w="3547872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域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示例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谁在用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</a:t>
                      </a:r>
                      <a:endParaRPr sz="14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OpenProj、selLocalDir、SaveProject、closeClient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工作台、工作流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鉴权</a:t>
                      </a:r>
                      <a:endParaRPr sz="14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SetToken、GetMacAddress、RefreshToken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登录、KeepAlive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Tab / 配置</a:t>
                      </a:r>
                      <a:endParaRPr sz="14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SetTabTitle、SetClientTheme、autoSaveSet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工作台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3D</a:t>
                      </a:r>
                      <a:endParaRPr sz="14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show3DViewer、cs3DVLayoutChange、startSimuAnalysis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D3ViewerManager、Carsim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38912" y="4160520"/>
            <a:ext cx="11320272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430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RefreshToken：客户端推到 Web → Web 调 refreshToken → setToken 写回客户端。</a:t>
            </a:r>
            <a:endParaRPr sz="1500" b="0">
              <a:solidFill>
                <a:srgbClr val="2430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430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登录失效：嵌入态走 CsAppManager.setLogOut()，纯 Web 走页面登录。见 request.ts。</a:t>
            </a:r>
            <a:endParaRPr sz="1500" b="0">
              <a:solidFill>
                <a:srgbClr val="2430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430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现象在 Qt 窗口上（选目录、3D、Tab、关页、主题）时，先搜 csapp.ts 里的 type。</a:t>
            </a:r>
            <a:endParaRPr sz="1500" b="0">
              <a:solidFill>
                <a:srgbClr val="2430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00" b="0">
                <a:solidFill>
                  <a:srgbClr val="A8C4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M2  ·  L2</a:t>
            </a:r>
            <a:endParaRPr sz="1200" b="0">
              <a:solidFill>
                <a:srgbClr val="A8C4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8912" y="329184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什么算简单定位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601968"/>
            <a:ext cx="77724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ps-cae-cloud-space-frontend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24028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 / 23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8912" y="1280160"/>
            <a:ext cx="5532120" cy="17830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" y="1280160"/>
            <a:ext cx="73152" cy="1783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0020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000" b="1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文案 / 按钮 / 列</a:t>
            </a:r>
            <a:endParaRPr sz="2000" b="1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8952" y="219456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600" b="0">
                <a:solidFill>
                  <a:srgbClr val="2430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这句字、这个按钮、这一列在哪个文件</a:t>
            </a:r>
            <a:endParaRPr sz="1600" b="0">
              <a:solidFill>
                <a:srgbClr val="2430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199632" y="1280160"/>
            <a:ext cx="5532120" cy="17830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280160"/>
            <a:ext cx="73152" cy="1783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160020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000" b="1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一段报错</a:t>
            </a:r>
            <a:endParaRPr sz="2000" b="1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19672" y="219456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600" b="0">
                <a:solidFill>
                  <a:srgbClr val="2430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控制台栈对应哪段代码</a:t>
            </a:r>
            <a:endParaRPr sz="1600" b="0">
              <a:solidFill>
                <a:srgbClr val="2430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38912" y="3246120"/>
            <a:ext cx="5532120" cy="17830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" y="3246120"/>
            <a:ext cx="73152" cy="1783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56616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000" b="1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一个字段</a:t>
            </a:r>
            <a:endParaRPr sz="2000" b="1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8952" y="416052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600" b="0">
                <a:solidFill>
                  <a:srgbClr val="2430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来自本文件请求、services，还是 store / mgr</a:t>
            </a:r>
            <a:endParaRPr sz="1600" b="0">
              <a:solidFill>
                <a:srgbClr val="2430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199632" y="3246120"/>
            <a:ext cx="5532120" cy="17830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3246120"/>
            <a:ext cx="73152" cy="1783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356616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000" b="1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一个客户端能力</a:t>
            </a:r>
            <a:endParaRPr sz="2000" b="1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19672" y="416052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600" b="0">
                <a:solidFill>
                  <a:srgbClr val="2430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选目录、关页、3D 窗、Tab 标题对应哪个 type</a:t>
            </a:r>
            <a:endParaRPr sz="1600" b="0">
              <a:solidFill>
                <a:srgbClr val="2430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38912" y="5870448"/>
            <a:ext cx="11320272" cy="56692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" y="5961888"/>
            <a:ext cx="11018520" cy="40233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先走完 M1。范围已经缩到具体文件之后，再问 AI「在这一文件里看哪一段」。</a:t>
            </a:r>
            <a:endParaRPr sz="140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00" b="0">
                <a:solidFill>
                  <a:srgbClr val="A8C4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M2  ·  L2</a:t>
            </a:r>
            <a:endParaRPr sz="1200" b="0">
              <a:solidFill>
                <a:srgbClr val="A8C4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8912" y="329184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推荐 Prompt（当场念一遍）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601968"/>
            <a:ext cx="77724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ps-cae-cloud-space-frontend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24028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 / 23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8912" y="1143000"/>
            <a:ext cx="11320272" cy="2468880"/>
          </a:xfrm>
          <a:prstGeom prst="rect">
            <a:avLst/>
          </a:prstGeom>
          <a:solidFill>
            <a:srgbClr val="12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1289304"/>
            <a:ext cx="10863072" cy="2231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800" b="0">
                <a:solidFill>
                  <a:srgbClr val="E7EE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【现象】页面 /xxx 上，「……」不符合预期（或把控制台报错贴在这里）。</a:t>
            </a:r>
            <a:endParaRPr sz="1800" b="0">
              <a:solidFill>
                <a:srgbClr val="E7EE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1800" b="0">
                <a:solidFill>
                  <a:srgbClr val="E7EE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【我已看到】地址是 /xxx；routeConfig 指向 src/pages/.../Xxx.tsx。</a:t>
            </a:r>
            <a:endParaRPr sz="1800" b="0">
              <a:solidFill>
                <a:srgbClr val="E7EE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1800" b="0">
                <a:solidFill>
                  <a:srgbClr val="E7EE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【请只做定位】指出最可能要看的文件和函数，并给出依据</a:t>
            </a:r>
            <a:endParaRPr sz="1800" b="0">
              <a:solidFill>
                <a:srgbClr val="E7EE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1800" b="0">
                <a:solidFill>
                  <a:srgbClr val="E7EE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（文案 key、接口 path 或组件名）。</a:t>
            </a:r>
            <a:endParaRPr sz="1800" b="0">
              <a:solidFill>
                <a:srgbClr val="E7EE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1800" b="0">
                <a:solidFill>
                  <a:srgbClr val="E7EE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【不要】改代码，不要重构。</a:t>
            </a:r>
            <a:endParaRPr sz="1800" b="0">
              <a:solidFill>
                <a:srgbClr val="E7EE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8912" y="3794760"/>
            <a:ext cx="11320272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430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 @ routeConfig 和该页目录，再用 Chat 问「这段从哪来」。定位阶段不用 Agent 改文件。</a:t>
            </a:r>
            <a:endParaRPr sz="1600" b="0">
              <a:solidFill>
                <a:srgbClr val="2430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430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给出的路径必须打开，用搜索确认文案或 path 真的在那个文件里。</a:t>
            </a:r>
            <a:endParaRPr sz="1600" b="0">
              <a:solidFill>
                <a:srgbClr val="2430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8912" y="5870448"/>
            <a:ext cx="11320272" cy="56692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5961888"/>
            <a:ext cx="11018520" cy="40233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验收：能复述「现象 + 已看到的路径 + 只要定位」，并核对 AI 指出的文件。要改一小处时，把「请只做定位」换成一句具体改动。</a:t>
            </a:r>
            <a:endParaRPr sz="140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00" b="0">
                <a:solidFill>
                  <a:srgbClr val="A8C4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M2  ·  L2</a:t>
            </a:r>
            <a:endParaRPr sz="1200" b="0">
              <a:solidFill>
                <a:srgbClr val="A8C4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8912" y="329184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为什么先 @ 路由和该页目录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601968"/>
            <a:ext cx="77724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ps-cae-cloud-space-frontend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24028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 / 23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8912" y="1417320"/>
            <a:ext cx="3639312" cy="379476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" y="1417320"/>
            <a:ext cx="3639312" cy="9144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73736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80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80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4944" y="2377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000" b="1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范围已经缩过</a:t>
            </a:r>
            <a:endParaRPr sz="2000" b="1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4944" y="3154680"/>
            <a:ext cx="3108960" cy="16459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500" b="0">
                <a:solidFill>
                  <a:srgbClr val="2430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 走到了 routeConfig 和该页目录。@ 把这两处放进这次对话，AI 在这个范围里回答。</a:t>
            </a:r>
            <a:endParaRPr sz="1500" b="0">
              <a:solidFill>
                <a:srgbClr val="2430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279392" y="1417320"/>
            <a:ext cx="3639312" cy="379476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417320"/>
            <a:ext cx="3639312" cy="9144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424" y="173736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80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80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35424" y="2377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000" b="1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同名文件很多</a:t>
            </a:r>
            <a:endParaRPr sz="2000" b="1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35424" y="3154680"/>
            <a:ext cx="3108960" cy="16459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500" b="0">
                <a:solidFill>
                  <a:srgbClr val="2430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工作台、工作流、Carsim 有相同文案和相似弹窗。全仓检索经常指到另一个业务页。</a:t>
            </a:r>
            <a:endParaRPr sz="1500" b="0">
              <a:solidFill>
                <a:srgbClr val="2430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119872" y="1417320"/>
            <a:ext cx="3639312" cy="379476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19872" y="1417320"/>
            <a:ext cx="3639312" cy="9144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5904" y="173736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80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80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75904" y="2377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000" b="1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回答要能核对</a:t>
            </a:r>
            <a:endParaRPr sz="2000" b="1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75904" y="3154680"/>
            <a:ext cx="3108960" cy="16459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500" b="0">
                <a:solidFill>
                  <a:srgbClr val="2430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限定目录之后，给出的路径可以直接打开，用搜索确认文案或 path。</a:t>
            </a:r>
            <a:endParaRPr sz="1500" b="0">
              <a:solidFill>
                <a:srgbClr val="2430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00" b="0">
                <a:solidFill>
                  <a:srgbClr val="A8C4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M3  ·  L3</a:t>
            </a:r>
            <a:endParaRPr sz="1200" b="0">
              <a:solidFill>
                <a:srgbClr val="A8C4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8912" y="329184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Chrome DevTools（简讲）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601968"/>
            <a:ext cx="77724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ps-cae-cloud-space-frontend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24028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 / 23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8912" y="1143000"/>
          <a:ext cx="1132027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572000"/>
                <a:gridCol w="4645152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面板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看什么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怎么回到仓库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Elements</a:t>
                      </a:r>
                      <a:endParaRPr sz="14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页面文案、class。右键「检查」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搜文案。class 带哈希时搜文案更稳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Console</a:t>
                      </a:r>
                      <a:endParaRPr sz="14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报错文件名和行号；toCS: / fromCS: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点 文件名:行号，对上 src/；type 搜 csapp.ts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Network</a:t>
                      </a:r>
                      <a:endParaRPr sz="14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URL path、HTTP 状态码、响应里的 code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搜 path，对上 services。HTTP 200 还要看 code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React DevTools</a:t>
                      </a:r>
                      <a:endParaRPr sz="14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组件名（已安装时）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搜组件名，对上 pages / components</a:t>
                      </a:r>
                      <a:endParaRPr sz="14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38912" y="5870448"/>
            <a:ext cx="11320272" cy="56692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5961888"/>
            <a:ext cx="11018520" cy="40233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右键「检查」进 Elements。点 Console 的文件名:行号，开发模式对上 src/。不断点。</a:t>
            </a:r>
            <a:endParaRPr sz="140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00" b="0">
                <a:solidFill>
                  <a:srgbClr val="A8C4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M3  ·  L3</a:t>
            </a:r>
            <a:endParaRPr sz="1200" b="0">
              <a:solidFill>
                <a:srgbClr val="A8C4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8912" y="329184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看到现象，先开哪个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601968"/>
            <a:ext cx="77724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ps-cae-cloud-space-frontend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24028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 / 23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8912" y="1051560"/>
          <a:ext cx="11320272" cy="2724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4297680"/>
                <a:gridCol w="4370832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现象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先看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拿回去的东西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文案、按钮、样式不对</a:t>
                      </a:r>
                      <a:endParaRPr sz="13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Elements，右键「检查」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文案；class 带哈希时改搜文案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控制台红字</a:t>
                      </a:r>
                      <a:endParaRPr sz="13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Console，点 文件名:行号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开发模式路径里的 src/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列表空、保存失败</a:t>
                      </a:r>
                      <a:endParaRPr sz="13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Network，筛 Fetch/XHR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path；HTTP 200 还要看响应 code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点了，请求没出现</a:t>
                      </a:r>
                      <a:endParaRPr sz="13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先 Console，再看 Network 有没有这条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报错文件，或确认请求没发出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客户端没反应</a:t>
                      </a:r>
                      <a:endParaRPr sz="13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Console 搜 toCS: / fromCS: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type；桥不出现在 Network</a:t>
                      </a:r>
                      <a:endParaRPr sz="13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38912" y="4297680"/>
            <a:ext cx="11320272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读一条请求</a:t>
            </a:r>
            <a:endParaRPr sz="1500" b="1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430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筛 Fetch/XHR。Preserve log：跳转后还在。Disable cache：只对开着 DevTools 的这次有效。</a:t>
            </a:r>
            <a:endParaRPr sz="1500" b="0">
              <a:solidFill>
                <a:srgbClr val="2430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430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HTTP 200 不等于成功，看响应里的 code === 200。</a:t>
            </a:r>
            <a:endParaRPr sz="1500" b="0">
              <a:solidFill>
                <a:srgbClr val="2430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430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抄 path，去掉域名和 query，到 src/services/ 搜。</a:t>
            </a:r>
            <a:endParaRPr sz="1500" b="0">
              <a:solidFill>
                <a:srgbClr val="2430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430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(failed) 或 CORS：先看代理和网关，别先改页面。</a:t>
            </a:r>
            <a:endParaRPr sz="1500" b="0">
              <a:solidFill>
                <a:srgbClr val="2430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00" b="0">
                <a:solidFill>
                  <a:srgbClr val="A8C4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收束</a:t>
            </a:r>
            <a:endParaRPr sz="1200" b="0">
              <a:solidFill>
                <a:srgbClr val="A8C4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8912" y="329184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三档怎么接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601968"/>
            <a:ext cx="77724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ps-cae-cloud-space-frontend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24028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 / 23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8912" y="1234440"/>
            <a:ext cx="3566160" cy="16916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353312"/>
            <a:ext cx="640080" cy="4114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60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60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61872" y="141732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000" b="1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DevTools</a:t>
            </a:r>
            <a:endParaRPr sz="2000" b="1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7512" y="201168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500" b="0">
                <a:solidFill>
                  <a:srgbClr val="2430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拿到文案、组件名或接口 path</a:t>
            </a:r>
            <a:endParaRPr sz="1500" b="0">
              <a:solidFill>
                <a:srgbClr val="2430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279392" y="1234440"/>
            <a:ext cx="3566160" cy="16916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353312"/>
            <a:ext cx="640080" cy="4114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60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60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02352" y="141732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000" b="1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M1</a:t>
            </a:r>
            <a:endParaRPr sz="2000" b="1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07992" y="201168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500" b="0">
                <a:solidFill>
                  <a:srgbClr val="2430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按标准路径打开文件</a:t>
            </a:r>
            <a:endParaRPr sz="1500" b="0">
              <a:solidFill>
                <a:srgbClr val="2430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119872" y="1234440"/>
            <a:ext cx="3566160" cy="16916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2" y="1353312"/>
            <a:ext cx="640080" cy="4114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600" b="1">
                <a:solidFill>
                  <a:srgbClr val="2F80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600" b="1">
              <a:solidFill>
                <a:srgbClr val="2F80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942832" y="141732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000" b="1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M2</a:t>
            </a:r>
            <a:endParaRPr sz="2000" b="1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48472" y="201168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500" b="0">
                <a:solidFill>
                  <a:srgbClr val="2430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名字对不上，把线索交给 AI</a:t>
            </a:r>
            <a:endParaRPr sz="1500" b="0">
              <a:solidFill>
                <a:srgbClr val="2430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38912" y="3200400"/>
          <a:ext cx="11320272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5650992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手头有什么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知道页面地址</a:t>
                      </a:r>
                      <a:endParaRPr sz="15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M1  从路由找到文件</a:t>
                      </a:r>
                      <a:endParaRPr sz="15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有现象，不知道文件</a:t>
                      </a:r>
                      <a:endParaRPr sz="15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M2  用 AI 定位，再打开核对</a:t>
                      </a:r>
                      <a:endParaRPr sz="15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页面已开，要看 DOM、报错或接口</a:t>
                      </a:r>
                      <a:endParaRPr sz="15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M3  DevTools 拿出线索</a:t>
                      </a:r>
                      <a:endParaRPr sz="15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00" b="0">
                <a:solidFill>
                  <a:srgbClr val="A8C4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收束</a:t>
            </a:r>
            <a:endParaRPr sz="1200" b="0">
              <a:solidFill>
                <a:srgbClr val="A8C4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8912" y="329184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同一页贯穿三档，然后验收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6601968"/>
            <a:ext cx="77724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ps-cae-cloud-space-frontend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09760" y="6601968"/>
            <a:ext cx="224028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r>
              <a:rPr sz="1100" b="0">
                <a:solidFill>
                  <a:srgbClr val="5B67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 / 23</a:t>
            </a:r>
            <a:endParaRPr sz="1100" b="0">
              <a:solidFill>
                <a:srgbClr val="5B67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8912" y="1097280"/>
          <a:ext cx="11320272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200400"/>
                <a:gridCol w="2880360"/>
                <a:gridCol w="2770632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选题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M1 指出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M2 问 AI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M3 简讲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243B6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工作台某一列文案</a:t>
                      </a:r>
                      <a:endParaRPr sz="12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路由 → pages/workbench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这句文案在哪个文件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Elements 点到该列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登录页错误提示</a:t>
                      </a:r>
                      <a:endParaRPr sz="12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路由 → 登录页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报错文案从哪来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Console 或一条失败请求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2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Carsim 某输入框</a:t>
                      </a:r>
                      <a:endParaRPr sz="1200" b="1">
                        <a:solidFill>
                          <a:srgbClr val="1B2A4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再点到 components-complex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输入框数据从哪来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30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Network 对上 services</a:t>
                      </a:r>
                      <a:endParaRPr sz="1200" b="0">
                        <a:solidFill>
                          <a:srgbClr val="24304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54864" marT="27432" marB="27432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38912" y="3520440"/>
            <a:ext cx="11320272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B2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带走</a:t>
            </a:r>
            <a:endParaRPr sz="1500" b="1">
              <a:solidFill>
                <a:srgbClr val="1B2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430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主仓：给一个地址，说出入口文件。basic：说出进哪个子目录，页面在 src/views。</a:t>
            </a:r>
            <a:endParaRPr sz="1500" b="0">
              <a:solidFill>
                <a:srgbClr val="2430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430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抽问：.less 和 CSS Modules 各解决什么。主仓打包是 Webpack，basic 是 Vite。</a:t>
            </a:r>
            <a:endParaRPr sz="1500" b="0">
              <a:solidFill>
                <a:srgbClr val="2430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430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地址 → routeConfig → pages → 数据来源或 CsAppManager</a:t>
            </a:r>
            <a:endParaRPr sz="1500" b="0">
              <a:solidFill>
                <a:srgbClr val="2430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430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先 @ 已定位的目录，再问 AI，打开文件核对</a:t>
            </a:r>
            <a:endParaRPr sz="1500" b="0">
              <a:solidFill>
                <a:srgbClr val="2430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430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DevTools 拿到名字或 path，再回到仓库</a:t>
            </a:r>
            <a:endParaRPr sz="1500" b="0">
              <a:solidFill>
                <a:srgbClr val="2430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8120</Words>
  <Application>WPS 演示</Application>
  <PresentationFormat>On-screen Show (4:3)</PresentationFormat>
  <Paragraphs>965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定位本仓前端</dc:title>
  <dc:creator/>
  <dc:description>generated using python-pptx</dc:description>
  <cp:lastModifiedBy>WPS_1694282625</cp:lastModifiedBy>
  <cp:revision>6</cp:revision>
  <dcterms:created xsi:type="dcterms:W3CDTF">2013-01-27T09:14:00Z</dcterms:created>
  <dcterms:modified xsi:type="dcterms:W3CDTF">2026-10-28T05:44:11Z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BD68949001814EF194D5F6F9175CE361_12</vt:lpwstr>
  </property>
  <property fmtid="{D5CDD505-2E9C-101B-9397-08002B2CF9AE}" pid="3" name="KSOProductBuildVer">
    <vt:lpwstr>2052-12.1.0.22529</vt:lpwstr>
  </property>
</Properties>
</file>